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ccf90307148bb" /><Relationship Type="http://schemas.openxmlformats.org/officeDocument/2006/relationships/extended-properties" Target="/docProps/app.xml" Id="R24a275ffadab4f3b" /><Relationship Type="http://schemas.openxmlformats.org/officeDocument/2006/relationships/officeDocument" Target="/ppt/presentation.xml" Id="Re139d8a4d916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3cf03b176642ce"/>
  </p:sldMasterIdLst>
  <p:notesMasterIdLst>
    <p:notesMasterId xmlns:r="http://schemas.openxmlformats.org/officeDocument/2006/relationships" r:id="Ra90b7bf75e1d4a8f"/>
  </p:notesMasterIdLst>
  <p:sldIdLst>
    <p:sldId xmlns:r="http://schemas.openxmlformats.org/officeDocument/2006/relationships" id="256" r:id="R272b5cd4c0624751"/>
    <p:sldId xmlns:r="http://schemas.openxmlformats.org/officeDocument/2006/relationships" id="257" r:id="R067ddf6278ba483d"/>
    <p:sldId xmlns:r="http://schemas.openxmlformats.org/officeDocument/2006/relationships" id="258" r:id="Rd55864f7c50842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cf03b176642ce" /><Relationship Type="http://schemas.openxmlformats.org/officeDocument/2006/relationships/theme" Target="/ppt/theme/theme1.xml" Id="Rc329b831dca940cd" /><Relationship Type="http://schemas.openxmlformats.org/officeDocument/2006/relationships/notesMaster" Target="/ppt/notesMasters/notesMaster1.xml" Id="Ra90b7bf75e1d4a8f" /><Relationship Type="http://schemas.openxmlformats.org/officeDocument/2006/relationships/presProps" Target="/ppt/presProps.xml" Id="Re496c6f9e9a34cc7" /><Relationship Type="http://schemas.openxmlformats.org/officeDocument/2006/relationships/viewProps" Target="/ppt/viewProps.xml" Id="R71a72bf68e25446a" /><Relationship Type="http://schemas.openxmlformats.org/officeDocument/2006/relationships/tableStyles" Target="/ppt/tableStyles.xml" Id="Rd54097111cc04810" /><Relationship Type="http://schemas.openxmlformats.org/officeDocument/2006/relationships/slide" Target="/ppt/slides/slide1.xml" Id="R272b5cd4c0624751" /><Relationship Type="http://schemas.openxmlformats.org/officeDocument/2006/relationships/slide" Target="/ppt/slides/slide2.xml" Id="R067ddf6278ba483d" /><Relationship Type="http://schemas.openxmlformats.org/officeDocument/2006/relationships/slide" Target="/ppt/slides/slide3.xml" Id="Rd55864f7c508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559ebd7ef6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5592f1a2f488c" /><Relationship Type="http://schemas.openxmlformats.org/officeDocument/2006/relationships/notesMaster" Target="/ppt/notesMasters/notesMaster1.xml" Id="R289219f7a631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9e909d90b4d3f" /><Relationship Type="http://schemas.openxmlformats.org/officeDocument/2006/relationships/notesMaster" Target="/ppt/notesMasters/notesMaster1.xml" Id="Rc30fea771c5843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2beaccd714003" /><Relationship Type="http://schemas.openxmlformats.org/officeDocument/2006/relationships/notesMaster" Target="/ppt/notesMasters/notesMaster1.xml" Id="R498f9274583949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ad0ba8b6949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cbe1f6239448b7" /><Relationship Type="http://schemas.openxmlformats.org/officeDocument/2006/relationships/slideLayout" Target="/ppt/slideLayouts/slideLayout2.xml" Id="R908d0899be9448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d0899be9448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51d5f07b048c9" /><Relationship Type="http://schemas.openxmlformats.org/officeDocument/2006/relationships/image" Target="/ppt/media/image.png" Id="Rd47007e870974b1b" /><Relationship Type="http://schemas.openxmlformats.org/officeDocument/2006/relationships/image" Target="/ppt/media/image.svg" Id="R7af03ef2a5d544fa" /><Relationship Type="http://schemas.openxmlformats.org/officeDocument/2006/relationships/image" Target="/ppt/media/image2.png" Id="R9882757253af496a" /><Relationship Type="http://schemas.openxmlformats.org/officeDocument/2006/relationships/image" Target="/ppt/media/image2.svg" Id="R77b7fad024094c9a" /><Relationship Type="http://schemas.openxmlformats.org/officeDocument/2006/relationships/image" Target="/ppt/media/image3.png" Id="Rbaa1bd5ce65c4581" /><Relationship Type="http://schemas.openxmlformats.org/officeDocument/2006/relationships/image" Target="/ppt/media/image3.svg" Id="Rd42f08bafd8d4e6f" /><Relationship Type="http://schemas.openxmlformats.org/officeDocument/2006/relationships/image" Target="/ppt/media/image4.png" Id="R34aa18d9f1c245aa" /><Relationship Type="http://schemas.openxmlformats.org/officeDocument/2006/relationships/image" Target="/ppt/media/image4.svg" Id="R1cfd27faeb9b419d" /><Relationship Type="http://schemas.openxmlformats.org/officeDocument/2006/relationships/notesSlide" Target="/ppt/notesSlides/notesSlide1.xml" Id="R5bcd3c671b8949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cdba249d6483d" /><Relationship Type="http://schemas.openxmlformats.org/officeDocument/2006/relationships/image" Target="/ppt/media/image5.png" Id="Rf74d2c2f37004e95" /><Relationship Type="http://schemas.openxmlformats.org/officeDocument/2006/relationships/image" Target="/ppt/media/image5.svg" Id="R92544400d70a47c3" /><Relationship Type="http://schemas.openxmlformats.org/officeDocument/2006/relationships/image" Target="/ppt/media/image6.png" Id="Rd6171cf15ff34809" /><Relationship Type="http://schemas.openxmlformats.org/officeDocument/2006/relationships/image" Target="/ppt/media/image6.svg" Id="R8d42114fdf63494d" /><Relationship Type="http://schemas.openxmlformats.org/officeDocument/2006/relationships/image" Target="/ppt/media/image7.png" Id="Rd0ff8ccf2b214795" /><Relationship Type="http://schemas.openxmlformats.org/officeDocument/2006/relationships/image" Target="/ppt/media/image7.svg" Id="Rbe29d2340a5f4170" /><Relationship Type="http://schemas.openxmlformats.org/officeDocument/2006/relationships/image" Target="/ppt/media/image8.png" Id="Rd63ce04eb59b497b" /><Relationship Type="http://schemas.openxmlformats.org/officeDocument/2006/relationships/image" Target="/ppt/media/image8.svg" Id="R2486e50dc1454fc8" /><Relationship Type="http://schemas.openxmlformats.org/officeDocument/2006/relationships/image" Target="/ppt/media/image9.png" Id="R0c39ebaa2e5a4147" /><Relationship Type="http://schemas.openxmlformats.org/officeDocument/2006/relationships/image" Target="/ppt/media/image9.svg" Id="R3b0651768e9d48ee" /><Relationship Type="http://schemas.openxmlformats.org/officeDocument/2006/relationships/notesSlide" Target="/ppt/notesSlides/notesSlide2.xml" Id="R9f7361bd38bd4a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7a3ee322a4093" /><Relationship Type="http://schemas.openxmlformats.org/officeDocument/2006/relationships/image" Target="/ppt/media/image10.png" Id="R2878c3428ec14058" /><Relationship Type="http://schemas.openxmlformats.org/officeDocument/2006/relationships/image" Target="/ppt/media/image10.svg" Id="R386a9ecc3d694069" /><Relationship Type="http://schemas.openxmlformats.org/officeDocument/2006/relationships/image" Target="/ppt/media/image11.png" Id="Re45920ba2b7a41e9" /><Relationship Type="http://schemas.openxmlformats.org/officeDocument/2006/relationships/image" Target="/ppt/media/image11.svg" Id="Rcbe7496e529947cc" /><Relationship Type="http://schemas.openxmlformats.org/officeDocument/2006/relationships/image" Target="/ppt/media/image12.png" Id="R7fcaa3df334543d8" /><Relationship Type="http://schemas.openxmlformats.org/officeDocument/2006/relationships/image" Target="/ppt/media/image12.svg" Id="Rd7a5f938b9864469" /><Relationship Type="http://schemas.openxmlformats.org/officeDocument/2006/relationships/image" Target="/ppt/media/image13.png" Id="R31ae21d1be7245bf" /><Relationship Type="http://schemas.openxmlformats.org/officeDocument/2006/relationships/image" Target="/ppt/media/image13.svg" Id="Rdeea20b8470b49af" /><Relationship Type="http://schemas.openxmlformats.org/officeDocument/2006/relationships/image" Target="/ppt/media/image14.png" Id="R5e8badaaca054531" /><Relationship Type="http://schemas.openxmlformats.org/officeDocument/2006/relationships/image" Target="/ppt/media/image14.svg" Id="R451a42607c3f4b49" /><Relationship Type="http://schemas.openxmlformats.org/officeDocument/2006/relationships/notesSlide" Target="/ppt/notesSlides/notesSlide3.xml" Id="R335d4bef9dcb4f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B29AF5-DE4E-4755-959C-7B35531A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E4A63-FD0A-452D-8188-83604A4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A5A9A-54AA-46CF-B682-D3117B9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GRADUATION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D6F2B-AA6A-42F5-A049-E562F5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rPr>
              <a:t>软件工程 / AR Agent 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10B7B-D95E-4501-A7AD-4277699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7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AR+生活助手与</a:t>
            </a:r>
          </a:p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7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智能提醒系统设计与实现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8A493-CAA7-4FB9-AA63-46D881A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从实时交互到场景记忆，让助手理解当前环境并主动协助。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81B0F-B5F1-4B86-A967-1938E5F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C54FD-1209-45B1-A3B1-6F02D5FE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实时交互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708FB-8B11-4111-AC80-6AE7F72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LiveKit / RPC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01767-3332-4B7E-AE10-ECE658D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43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39F9E-867F-4E2E-9F57-E6D3A6E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33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场景记忆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78541-D89D-4416-ADBA-0931909B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57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DSG / Ref / UUID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86CD0-3A1B-4E15-B700-F394FD2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ECBDC-FE34-49FF-9A75-3133DBC7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33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后台协作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F7BE5-E181-4B8F-B41A-50CC373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Scheduler / nanobot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AD9FA-A253-46C5-AD95-308A01DE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239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2EBFB-897B-4CB5-8F3D-88B245D9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系统主线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543A1-7544-4B4B-8DA9-A0E17CF0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rPr>
              <a:t>不是功能堆叠，而是一条可追踪的数据流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72494-A7E8-49E5-80AE-BCB63CF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68F3A-EB2B-4EFD-B2CE-3EF0C77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98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用户场景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2B8DC-5339-413E-AAAF-B88BE258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Mic / Camera /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95DB0-42EB-4DAF-BD9E-9C59A5B6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95048-46A2-43D2-8E28-D2F1D774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0">
            <a:solidFill>
              <a:srgbClr val="E8F7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984C6-A40D-4D2A-9705-E892B27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57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实时通信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D614C-EF43-4BFC-A3A4-FB0E4D7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Track / Data / RPC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20401-9F6E-4B59-B356-4D835F64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15019-EC74-4CA5-9EF4-8E392643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FE06A-220B-45C2-89CD-B4F73D5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05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Brain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D3B7C-CF6D-4305-B1B6-90D76D8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Intent / Tool /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04BCB-C173-4A35-A1A3-10138B5D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E4AE5-2DE9-4782-8FA6-92C0EEC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40E939-BDE4-4AD5-9B8B-AFED0299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529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记忆与任务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752F7-D688-41DD-A6E1-01027A4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DSG / Graphiti / Task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C3472E-59E2-4640-B924-AAF8131B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10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样张 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C39DE-8264-429E-B371-40F816F3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5328DD-27CF-44CA-997F-E018CE25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AR+生活助手与智能提醒 | 毕业答辩样张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88BB89-E25D-49FA-9173-A9FE32F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007e870974b1b">
            <a:extLst>
              <a:ext uri="{96DAC541-7B7A-43D3-8B79-37D633B846F1}">
                <asvg:svgBlip xmlns:asvg="http://schemas.microsoft.com/office/drawing/2016/SVG/main" r:embed="R7af03ef2a5d544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24860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2757253af496a">
            <a:extLst>
              <a:ext uri="{96DAC541-7B7A-43D3-8B79-37D633B846F1}">
                <asvg:svgBlip xmlns:asvg="http://schemas.microsoft.com/office/drawing/2016/SVG/main" r:embed="R77b7fad024094c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31337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bd5ce65c4581">
            <a:extLst>
              <a:ext uri="{96DAC541-7B7A-43D3-8B79-37D633B846F1}">
                <asvg:svgBlip xmlns:asvg="http://schemas.microsoft.com/office/drawing/2016/SVG/main" r:embed="Rd42f08bafd8d4e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378142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a18d9f1c245aa">
            <a:extLst>
              <a:ext uri="{96DAC541-7B7A-43D3-8B79-37D633B846F1}">
                <asvg:svgBlip xmlns:asvg="http://schemas.microsoft.com/office/drawing/2016/SVG/main" r:embed="R1cfd27faeb9b41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4429125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234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C75C5-D933-4EE1-ACAC-AFD7D44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1A899-F78E-4D16-87F0-72296F65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C411A-5202-4AE5-9BD3-6DE35DA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7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传统助手缺少的不是回答能力，</a:t>
            </a:r>
          </a:p>
          <a:p xmlns:a="http://schemas.openxmlformats.org/drawingml/2006/main">
            <a:pPr algn="l">
              <a:defRPr sz="337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7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而是场景上下文。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0D53-012E-4BB2-900D-3AFD21B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AR 场景里的助手需要知道用户正在看什么、做什么，以及哪些外部信息值得进入当前判断。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A7DE-23D5-4028-B8F5-D39EDAD8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095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C348F-F4E0-4C1B-BDFB-B0B5E48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4095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60372-4FDD-4B9E-804E-D7ADD2AF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传统助手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E2DBB-ACD3-4E66-AC6D-AAB5E90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rPr>
              <a:t>主要依赖文本、固定时间和单次对话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CC791-23FD-41FE-BA24-7027D58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d2c2f37004e95">
            <a:extLst>
              <a:ext uri="{96DAC541-7B7A-43D3-8B79-37D633B846F1}">
                <asvg:svgBlip xmlns:asvg="http://schemas.microsoft.com/office/drawing/2016/SVG/main" r:embed="R92544400d70a47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28725" y="4314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9F27F-E49B-44FB-AB7C-F859BAE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71cf15ff34809">
            <a:extLst>
              <a:ext uri="{96DAC541-7B7A-43D3-8B79-37D633B846F1}">
                <asvg:svgBlip xmlns:asvg="http://schemas.microsoft.com/office/drawing/2016/SVG/main" r:embed="R8d42114fdf6349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19275" y="4314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FAA3C-6433-46BE-A84B-0A199C7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知道“你说了什么”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但不一定知道“你现在处在什么场景”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39ADF-AD2D-451B-8793-3D6CFFD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AR 场景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666B2-4AEF-4605-BC63-78E269C9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rPr>
              <a:t>把实时感知、记忆和后台任务组织起来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BBCF4-2937-4906-81B3-F587C06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f8ccf2b214795">
            <a:extLst>
              <a:ext uri="{96DAC541-7B7A-43D3-8B79-37D633B846F1}">
                <asvg:svgBlip xmlns:asvg="http://schemas.microsoft.com/office/drawing/2016/SVG/main" r:embed="Rbe29d2340a5f41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24775" y="4314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E4781-1B68-48F3-AF47-DC1A0BF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0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0">
            <a:solidFill>
              <a:srgbClr val="E8F7F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ce04eb59b497b">
            <a:extLst>
              <a:ext uri="{96DAC541-7B7A-43D3-8B79-37D633B846F1}">
                <asvg:svgBlip xmlns:asvg="http://schemas.microsoft.com/office/drawing/2016/SVG/main" r:embed="R2486e50dc1454f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5325" y="4314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A721E-C4EE-44EB-99BD-1E46B7C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9ebaa2e5a4147">
            <a:extLst>
              <a:ext uri="{96DAC541-7B7A-43D3-8B79-37D633B846F1}">
                <asvg:svgBlip xmlns:asvg="http://schemas.microsoft.com/office/drawing/2016/SVG/main" r:embed="R3b0651768e9d48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05875" y="4314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CD429-620D-45A1-A4B1-EDA596E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理解当前环境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再决定是否主动协助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A3151-D0AB-47BC-BF76-DEE6119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A5E69-3997-4D67-9BC6-41955BEC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31DF7-F72F-47C6-AF38-50A4C33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1447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从被动问答</a:t>
            </a:r>
          </a:p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到场景协助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01572-F13E-492F-840A-24BD97F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729AB-5A49-4B6F-ADA6-C960274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本项目的目标：让语音、视频、照片、日程、笔记和历史记忆进入同一条可追踪的数据流。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EBBD44-E810-44C8-9F17-A0730F9D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5B98F-ADDC-4E18-BAE4-DCEE473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AR+生活助手与智能提醒 | 毕业答辩样张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A68AB6-235A-40A1-BD10-FF2BEE96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31001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34E55-C5DE-4E98-93E1-3A206250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7F580-5DAE-4054-9DBE-5F59601F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INPUT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05A8-A901-4D67-B75E-DE5B2ED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场景 Agent 的输入不是一条文本，</a:t>
            </a:r>
          </a:p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而是一组可追踪信号。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D335F-8A3A-4F53-9473-5590285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先让老师认识输入源，再进入总体架构。这里不堆技术栈，只说明每类输入进入系统后的作用。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E5077-2DAE-4B47-9B6A-36E30324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C43DA-511B-4766-A45D-3BABA716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8c3428ec14058">
            <a:extLst>
              <a:ext uri="{96DAC541-7B7A-43D3-8B79-37D633B846F1}">
                <asvg:svgBlip xmlns:asvg="http://schemas.microsoft.com/office/drawing/2016/SVG/main" r:embed="R386a9ecc3d6940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" y="3152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553DD-A801-4F3A-865D-9131B08D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LiveKit / SVA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9148C-0F83-4169-8E21-A527A92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实时音视频与视频结构化处理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B7E64-D952-491F-A841-684D0A6C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Track / Processor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AD107-D3C6-4AFE-B714-862285E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DE91E-7EEA-4754-A45C-992892B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0">
            <a:solidFill>
              <a:srgbClr val="E8F7F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920ba2b7a41e9">
            <a:extLst>
              <a:ext uri="{96DAC541-7B7A-43D3-8B79-37D633B846F1}">
                <asvg:svgBlip xmlns:asvg="http://schemas.microsoft.com/office/drawing/2016/SVG/main" r:embed="Rcbe7496e529947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52775" y="3152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544D4-ACA0-44BD-AA0E-72EB26BB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nanobot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BB70-B423-41BD-986D-B8971D9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后台任务 Agent / Worker 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6A597-2F42-41D9-9B36-6638757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Task / 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FEAD2-94AF-422D-8D0B-4FEF4ABE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96B63-75E6-42B9-91C4-52E5D06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a3df334543d8">
            <a:extLst>
              <a:ext uri="{96DAC541-7B7A-43D3-8B79-37D633B846F1}">
                <asvg:svgBlip xmlns:asvg="http://schemas.microsoft.com/office/drawing/2016/SVG/main" r:embed="Rd7a5f938b98644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43525" y="3152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9BE73-AE82-4800-A868-491A61C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7BF5F-9914-4D79-822D-AE22E97E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日程、提醒与时间上下文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564C9-A54B-41D0-B6FE-6C48D7B6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67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Time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2DB31-B988-4D6C-93EB-5305568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DB977-549E-4F48-8F2B-BC6A43E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e21d1be7245bf">
            <a:extLst>
              <a:ext uri="{96DAC541-7B7A-43D3-8B79-37D633B846F1}">
                <asvg:svgBlip xmlns:asvg="http://schemas.microsoft.com/office/drawing/2016/SVG/main" r:embed="Rdeea20b8470b49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34275" y="3152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7A803-4493-40DA-B7E3-95672AA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Obsidian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1C194-BDD3-4485-9072-C83A9A5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本地笔记、日记和个人知识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2270D-7F5D-4DB0-9A25-C14BED58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Local knowledge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0E39B-0777-418F-A676-E09568F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C3F0A5-34E3-4E09-88F0-CF8C2EB6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0">
            <a:solidFill>
              <a:srgbClr val="E8F7F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badaaca054531">
            <a:extLst>
              <a:ext uri="{96DAC541-7B7A-43D3-8B79-37D633B846F1}">
                <asvg:svgBlip xmlns:asvg="http://schemas.microsoft.com/office/drawing/2016/SVG/main" r:embed="R451a42607c3f4b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25025" y="3152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4D055-6941-4AF6-AB7D-311394F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CV 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77DA7-62F5-45A0-88A8-0F544C4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334155"/>
                </a:solidFill>
                <a:latin typeface="Microsoft YaHei UI"/>
                <a:ea typeface="Microsoft YaHei UI"/>
                <a:cs typeface="Microsoft YaHei UI"/>
              </a:rPr>
              <a:t>检测、分割、特征和场景图方向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618F6C-7C60-4374-BF0D-2D7C6323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67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YOLO / SAM2 / DINOv2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9A206D-F8DA-4A63-BCBB-1B322506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06432-A4D9-4FD9-9F08-25FAC2F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A5FA5-9191-47EF-B4BB-1DE8CE7E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4D617-AFF4-4117-A80D-4676A25B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844B41-F9F1-493D-8A11-030F45B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D15193-7C5D-4560-B8B4-B2B22190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91150"/>
            <a:ext cx="586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713401-EAD3-4C87-B66D-73990BE4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0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统一落点：Observation / Ref / Intent / Task / Episode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34280-9FB7-4F72-A23E-EFF9E97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4748B"/>
                </a:solidFill>
                <a:latin typeface="Microsoft YaHei UI"/>
                <a:ea typeface="Microsoft YaHei UI"/>
                <a:cs typeface="Microsoft YaHei UI"/>
              </a:rPr>
              <a:t>注意：CV 扩展页只讲能力方向，不讲成完整落地的视觉流水线。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E70D04-3229-4F00-9911-7F075C6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9A9322-0505-4E24-A696-DBE958AF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AR+生活助手与智能提醒 | 毕业答辩样张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0D67C-73E3-4F0F-90BE-BF4E84C5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4885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2026-05-22T09:05:32.5520000Z</dcterms:created>
  <dcterms:modified xsi:type="dcterms:W3CDTF">2026-05-22T09:05:32.5520000Z</dcterms:modified>
</coreProperties>
</file>